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22/08/2026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BUBBLE 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>
                <a:solidFill>
                  <a:srgbClr val="FFFF00"/>
                </a:solidFill>
              </a:rPr>
              <a:t>silva</a:t>
            </a:r>
            <a:r>
              <a:rPr lang="pt-BR" sz="2000">
                <a:solidFill>
                  <a:srgbClr val="00B050"/>
                </a:solidFill>
              </a:rPr>
              <a:t>09</a:t>
            </a:r>
            <a:r>
              <a:rPr lang="pt-BR" sz="2000">
                <a:solidFill>
                  <a:srgbClr val="7030A0"/>
                </a:solidFill>
              </a:rPr>
              <a:t>@cps.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ALGORITMO DE ORDENAÇÃO BUBBLE-SORT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O </a:t>
            </a:r>
            <a:r>
              <a:rPr lang="pt-BR" sz="3600" dirty="0" err="1">
                <a:solidFill>
                  <a:srgbClr val="FF0066"/>
                </a:solidFill>
              </a:rPr>
              <a:t>bubble</a:t>
            </a:r>
            <a:r>
              <a:rPr lang="pt-BR" sz="3600" dirty="0">
                <a:solidFill>
                  <a:srgbClr val="FF0066"/>
                </a:solidFill>
              </a:rPr>
              <a:t>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ou ordenação por flutuação, é um algoritmo de ordenação dos mais simples. A ideia é percorrer o vector diversas vezes, e a cada passagem fazer flutuar para o topo o maior elemento da sequência.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Algoritmos de Ordenação - Aulas">
            <a:extLst>
              <a:ext uri="{FF2B5EF4-FFF2-40B4-BE49-F238E27FC236}">
                <a16:creationId xmlns:a16="http://schemas.microsoft.com/office/drawing/2014/main" id="{2033A022-76C8-415C-8796-0D964914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80" y="1052736"/>
            <a:ext cx="8436440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66</Words>
  <Application>Microsoft Office PowerPoint</Application>
  <PresentationFormat>Apresentação na tela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“BUBBLE SORT”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61</cp:revision>
  <dcterms:created xsi:type="dcterms:W3CDTF">2020-01-22T14:41:03Z</dcterms:created>
  <dcterms:modified xsi:type="dcterms:W3CDTF">2026-08-22T14:01:09Z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2026-08-22T13:59:05Z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9f882770-0ada-40db-9843-16713b30cc8a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