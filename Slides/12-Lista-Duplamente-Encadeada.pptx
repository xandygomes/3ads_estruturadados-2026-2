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8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30/05/2026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54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5400" dirty="0">
                <a:latin typeface="Impact" panose="020B0806030902050204" pitchFamily="34" charset="0"/>
                <a:cs typeface="Arial" pitchFamily="34" charset="0"/>
              </a:rPr>
              <a:t>LISTA DUPLAMENTE ENCADEADA</a:t>
            </a:r>
            <a:r>
              <a:rPr lang="pt-BR" sz="54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32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LISTA DUPLAMENTE ENCADEADA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	</a:t>
            </a:r>
            <a:r>
              <a:rPr lang="pt-BR" sz="2700" dirty="0">
                <a:solidFill>
                  <a:srgbClr val="FF0066"/>
                </a:solidFill>
              </a:rPr>
              <a:t>A lista duplamente encadeada é uma estrutura de dados formada por unidades de informação chamadas nodos ou nós.</a:t>
            </a:r>
          </a:p>
          <a:p>
            <a:pPr algn="just"/>
            <a:r>
              <a:rPr lang="pt-BR" sz="2700" dirty="0">
                <a:solidFill>
                  <a:srgbClr val="FF0066"/>
                </a:solidFill>
              </a:rPr>
              <a:t>	Cada nodo da lista duplamente encadeada tem três partes: uma, que armazena a informação; a segunda, que guarda o endereço do nodo anterior; e a terceira, que guarda o endereço para o nodo seguinte da sequência.</a:t>
            </a:r>
          </a:p>
          <a:p>
            <a:pPr algn="just"/>
            <a:r>
              <a:rPr lang="pt-BR" sz="2700" dirty="0">
                <a:solidFill>
                  <a:srgbClr val="FF0066"/>
                </a:solidFill>
              </a:rPr>
              <a:t>	A qualquer momento, temos um conhecimento apenas limitado de onde se encontram todos os nodos da lista. Sabemos apenas onde está o primeiro e o último nodo da sequência. Os nodos intermediários precisam ser encontrados partindo-se do primeiro OU do último nodo e percorrendo a sequência.</a:t>
            </a: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>
                <a:solidFill>
                  <a:srgbClr val="FFFF00"/>
                </a:solidFill>
              </a:rPr>
              <a:t>LISTA DUPLAMENTE ENCADEADA</a:t>
            </a:r>
            <a:endParaRPr lang="pt-BR" sz="4000" dirty="0">
              <a:solidFill>
                <a:srgbClr val="FFFF00"/>
              </a:solidFill>
            </a:endParaRPr>
          </a:p>
        </p:txBody>
      </p:sp>
      <p:pic>
        <p:nvPicPr>
          <p:cNvPr id="2" name="Picture 2" descr="Aula 6 - Listas duplamente encadeadas - Prof. Fernando De Siqueira -  Estrutura de Dados">
            <a:extLst>
              <a:ext uri="{FF2B5EF4-FFF2-40B4-BE49-F238E27FC236}">
                <a16:creationId xmlns:a16="http://schemas.microsoft.com/office/drawing/2014/main" id="{722CE466-B9E4-3B9B-5064-889BBE971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29" y="2204865"/>
            <a:ext cx="835354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818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142</Words>
  <Application>Microsoft Office PowerPoint</Application>
  <PresentationFormat>Apresentação na tela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Dreaming Outloud Script Pro</vt:lpstr>
      <vt:lpstr>Impact</vt:lpstr>
      <vt:lpstr>Tema do Office</vt:lpstr>
      <vt:lpstr>“LISTA DUPLAMENTE ENCADEADA”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73</cp:revision>
  <dcterms:created xsi:type="dcterms:W3CDTF">2020-01-22T14:41:03Z</dcterms:created>
  <dcterms:modified xsi:type="dcterms:W3CDTF">2026-05-30T11:26:40Z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0b4d-8a71-4241-982c-3816ad3ce8fc_Enabled">
    <vt:lpwstr>true</vt:lpwstr>
  </property>
  <property fmtid="{D5CDD505-2E9C-101B-9397-08002B2CF9AE}" pid="3" name="MSIP_Label_ff380b4d-8a71-4241-982c-3816ad3ce8fc_SetDate">
    <vt:lpwstr>2026-05-30T11:26:40Z</vt:lpwstr>
  </property>
  <property fmtid="{D5CDD505-2E9C-101B-9397-08002B2CF9AE}" pid="4" name="MSIP_Label_ff380b4d-8a71-4241-982c-3816ad3ce8fc_Method">
    <vt:lpwstr>Standard</vt:lpwstr>
  </property>
  <property fmtid="{D5CDD505-2E9C-101B-9397-08002B2CF9AE}" pid="5" name="MSIP_Label_ff380b4d-8a71-4241-982c-3816ad3ce8fc_Name">
    <vt:lpwstr>defa4170-0d19-0005-0004-bc88714345d2</vt:lpwstr>
  </property>
  <property fmtid="{D5CDD505-2E9C-101B-9397-08002B2CF9AE}" pid="6" name="MSIP_Label_ff380b4d-8a71-4241-982c-3816ad3ce8fc_SiteId">
    <vt:lpwstr>eabe64c5-68f5-4a76-8301-9577a679e449</vt:lpwstr>
  </property>
  <property fmtid="{D5CDD505-2E9C-101B-9397-08002B2CF9AE}" pid="7" name="MSIP_Label_ff380b4d-8a71-4241-982c-3816ad3ce8fc_ActionId">
    <vt:lpwstr>53ec3df3-e612-46d4-a6d8-857c18d925a2</vt:lpwstr>
  </property>
  <property fmtid="{D5CDD505-2E9C-101B-9397-08002B2CF9AE}" pid="8" name="MSIP_Label_ff380b4d-8a71-4241-982c-3816ad3ce8fc_ContentBits">
    <vt:lpwstr>0</vt:lpwstr>
  </property>
  <property fmtid="{D5CDD505-2E9C-101B-9397-08002B2CF9AE}" pid="9" name="MSIP_Label_ff380b4d-8a71-4241-982c-3816ad3ce8fc_Tag">
    <vt:lpwstr>10, 3, 0, 1</vt:lpwstr>
  </property>
</Properties>
</file>